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1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A6A3C1-A1F5-0C1C-B925-FEC55C22307C}" v="1879" dt="2026-03-13T11:47:29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35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16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8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24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3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5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0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50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9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44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Conway's Game of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400"/>
              <a:t>Marcel </a:t>
            </a:r>
            <a:r>
              <a:rPr lang="en-US" sz="1400" err="1"/>
              <a:t>Kućmierowski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5C3A-3123-C5CA-8E46-D556E869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Introduction to Conway's Game of </a:t>
            </a:r>
            <a:r>
              <a:rPr lang="en-US"/>
              <a:t>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8176-9510-4258-5119-C4FD9A0F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056726"/>
            <a:ext cx="7997656" cy="4608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"2D cellular automata"</a:t>
            </a:r>
          </a:p>
          <a:p>
            <a:r>
              <a:rPr lang="en-US" dirty="0"/>
              <a:t>Universe is an infinite 2-dimensional grid of orthogonal squares, each in one of 2 </a:t>
            </a:r>
            <a:r>
              <a:rPr lang="en-US"/>
              <a:t>states: dead (0/black) or alive (1/white)</a:t>
            </a:r>
          </a:p>
          <a:p>
            <a:r>
              <a:rPr lang="en-US"/>
              <a:t>Each cell can interact with 8 of its closest cells called "Moore Neighborhood"</a:t>
            </a:r>
          </a:p>
          <a:p>
            <a:r>
              <a:rPr lang="en-US"/>
              <a:t>Time increments in discrete fashion (T=0,1,2,…)</a:t>
            </a:r>
          </a:p>
          <a:p>
            <a:r>
              <a:rPr lang="en-US" dirty="0"/>
              <a:t>Every cells' next state is determined by the sum value of its </a:t>
            </a:r>
            <a:r>
              <a:rPr lang="en-US"/>
              <a:t>neighborhood: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Remains alive if the sum is 2 or 3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Transforms from dead to alive (birth) if the sum is exactly 3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Otherwise, it stays dead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D4F2-8113-5208-9C97-E4518E04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DC2C0-A711-4A80-BDF6-F89BFCF8D198}" type="datetime1"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DB6B-337F-5487-4EB7-FAE316FC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032C-F779-995D-6B39-C2686D1E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/>
          </a:p>
        </p:txBody>
      </p:sp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6E9BB3F4-3547-0B3B-173F-AAFE22C23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830" y="1712814"/>
            <a:ext cx="1740019" cy="431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6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263E-2068-E3E1-C3BE-96949E9F4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2DD8-E1D0-848C-C273-045EC11FF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61764"/>
            <a:ext cx="4571288" cy="3231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Neighborhood summation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D96F9-6133-DBF1-074A-305252FC7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61764"/>
            <a:ext cx="4770191" cy="3231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Calculating the state at t = t+1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1F684-988C-4F69-70E2-19C6C1D3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FB65F-B59A-40CD-9AB7-C7120E1A7BAD}" type="datetime1">
              <a:t>3/13/2026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117BC-75CB-75F7-D036-D395AC45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69A92-E6FC-EC5F-2E7B-37485648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5A26C3D-415A-1A16-A0A6-4D726AE53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08" y="2454332"/>
            <a:ext cx="3592612" cy="2832719"/>
          </a:xfrm>
          <a:prstGeom prst="rect">
            <a:avLst/>
          </a:prstGeom>
        </p:spPr>
      </p:pic>
      <p:pic>
        <p:nvPicPr>
          <p:cNvPr id="11" name="Picture 10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983E7C0D-282D-E3A3-F474-6A057B7F2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022" y="2451297"/>
            <a:ext cx="4057904" cy="2845531"/>
          </a:xfrm>
          <a:prstGeom prst="rect">
            <a:avLst/>
          </a:prstGeom>
        </p:spPr>
      </p:pic>
      <p:pic>
        <p:nvPicPr>
          <p:cNvPr id="12" name="Picture 11" descr="A cartoon character with a mouse face&#10;&#10;AI-generated content may be incorrect.">
            <a:extLst>
              <a:ext uri="{FF2B5EF4-FFF2-40B4-BE49-F238E27FC236}">
                <a16:creationId xmlns:a16="http://schemas.microsoft.com/office/drawing/2014/main" id="{F10746AF-9F17-C34E-090F-25BDD382A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78" y="350950"/>
            <a:ext cx="2995740" cy="1705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1C6E0-3DA7-5B41-8C62-A7C8A8F83895}"/>
              </a:ext>
            </a:extLst>
          </p:cNvPr>
          <p:cNvSpPr txBox="1"/>
          <p:nvPr/>
        </p:nvSpPr>
        <p:spPr>
          <a:xfrm>
            <a:off x="1057267" y="5400582"/>
            <a:ext cx="93854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 principle in Conway's Game of Life the matrix should be infinite, but due to RAM being a finite resource, we will use a finite matrix and set </a:t>
            </a:r>
            <a:r>
              <a:rPr lang="en-US"/>
              <a:t>all the edge cells to 0 </a:t>
            </a:r>
            <a:r>
              <a:rPr lang="en-US" dirty="0"/>
              <a:t>after each step.</a:t>
            </a:r>
          </a:p>
        </p:txBody>
      </p:sp>
    </p:spTree>
    <p:extLst>
      <p:ext uri="{BB962C8B-B14F-4D97-AF65-F5344CB8AC3E}">
        <p14:creationId xmlns:p14="http://schemas.microsoft.com/office/powerpoint/2010/main" val="247665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CDBB-C90A-6086-9861-AFAA374A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/>
              <a:t>Task 1: Random life forms</a:t>
            </a:r>
            <a:endParaRPr lang="en-US" sz="3100"/>
          </a:p>
          <a:p>
            <a:r>
              <a:rPr lang="en-US" sz="3100" b="1"/>
              <a:t>Run a simulation, starting from a random state (256x512). Iterate it to a steady state.</a:t>
            </a:r>
          </a:p>
          <a:p>
            <a:endParaRPr lang="en-US" sz="31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0FD82-BBBD-3F2F-C01B-5561D7CB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4" y="1618958"/>
            <a:ext cx="10026361" cy="498957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63012-8798-2356-967C-9A20C27A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BD2D6EB-D314-4A73-B81C-33E05F46FD29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2746-5F83-20DA-1B66-4C066001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1362-5B86-9E3C-EDBE-81F9DD02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49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133ED-F7CD-6EC9-739A-7474379A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305475"/>
            <a:ext cx="9156289" cy="140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/>
              <a:t>Task 2: Lifeforms</a:t>
            </a:r>
          </a:p>
          <a:p>
            <a:pPr>
              <a:lnSpc>
                <a:spcPct val="100000"/>
              </a:lnSpc>
            </a:pPr>
            <a:r>
              <a:rPr lang="en-US"/>
              <a:t>Run the simulation with specific, discovered/designed lifeforms.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329A8-7F62-9690-3B20-DCD68DDE4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A31E5-0BDA-4A25-8A52-45CDCC608468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60869-0E2B-6F49-709D-C9BFC2F5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E098-CD0B-5298-DD77-2F42FC3F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05ED0BA-36AE-0C11-ADBE-3D194D3DA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081" y="1503053"/>
            <a:ext cx="2995485" cy="3002228"/>
          </a:xfrm>
          <a:prstGeom prst="rect">
            <a:avLst/>
          </a:prstGeom>
        </p:spPr>
      </p:pic>
      <p:pic>
        <p:nvPicPr>
          <p:cNvPr id="9" name="Picture 8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A1D6924C-6CCE-9661-CAAC-9922E3A6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91" y="1503053"/>
            <a:ext cx="2995486" cy="3002229"/>
          </a:xfrm>
          <a:prstGeom prst="rect">
            <a:avLst/>
          </a:prstGeom>
        </p:spPr>
      </p:pic>
      <p:pic>
        <p:nvPicPr>
          <p:cNvPr id="10" name="Picture 9" descr="A black screen with a white figure&#10;&#10;AI-generated content may be incorrect.">
            <a:extLst>
              <a:ext uri="{FF2B5EF4-FFF2-40B4-BE49-F238E27FC236}">
                <a16:creationId xmlns:a16="http://schemas.microsoft.com/office/drawing/2014/main" id="{E0C3CE4E-A934-621F-0E3A-64052ACCD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02" y="1503053"/>
            <a:ext cx="2995486" cy="3002229"/>
          </a:xfrm>
          <a:prstGeom prst="rect">
            <a:avLst/>
          </a:prstGeom>
        </p:spPr>
      </p:pic>
      <p:pic>
        <p:nvPicPr>
          <p:cNvPr id="7" name="Picture 6" descr="A black screen with white dots&#10;&#10;AI-generated content may be incorrect.">
            <a:extLst>
              <a:ext uri="{FF2B5EF4-FFF2-40B4-BE49-F238E27FC236}">
                <a16:creationId xmlns:a16="http://schemas.microsoft.com/office/drawing/2014/main" id="{DEA64D58-4E3E-ED7B-B179-F67848DF9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70" y="1503053"/>
            <a:ext cx="2995486" cy="3002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9107F1-C493-71F7-DC6F-64F826EF2E00}"/>
              </a:ext>
            </a:extLst>
          </p:cNvPr>
          <p:cNvSpPr txBox="1"/>
          <p:nvPr/>
        </p:nvSpPr>
        <p:spPr>
          <a:xfrm>
            <a:off x="1701356" y="4665424"/>
            <a:ext cx="9041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"Glider Gun"       "Puffer"       "</a:t>
            </a:r>
            <a:r>
              <a:rPr lang="en-US" dirty="0" err="1">
                <a:ea typeface="+mn-lt"/>
                <a:cs typeface="+mn-lt"/>
              </a:rPr>
              <a:t>Centinal</a:t>
            </a:r>
            <a:r>
              <a:rPr lang="en-US" dirty="0">
                <a:ea typeface="+mn-lt"/>
                <a:cs typeface="+mn-lt"/>
              </a:rPr>
              <a:t>"      "Brain"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2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86A3-C79E-9BA7-98BC-C562F695A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6954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3200" b="1"/>
              <a:t>Task 3: Beyond Life</a:t>
            </a:r>
            <a:endParaRPr lang="en-US"/>
          </a:p>
          <a:p>
            <a:r>
              <a:rPr lang="en-US"/>
              <a:t>You can define different Game of life rulesets with 2 sets of numbers (S/B)</a:t>
            </a:r>
          </a:p>
          <a:p>
            <a:r>
              <a:rPr lang="en-US"/>
              <a:t>S – # of live neighbors to stay alive (0-8)</a:t>
            </a:r>
          </a:p>
          <a:p>
            <a:r>
              <a:rPr lang="en-US"/>
              <a:t>B – # of life neighbors needed for a cell to be born (0-8)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64C02-3709-482D-361A-98CAFCAA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DAF7-63A3-4E4B-B26D-79BEE2993688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F6510-23A4-C0CB-3BFB-70426943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4FB02-027D-FDB1-1718-88C96B9B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2B438-5FBD-C514-4E92-81CDC7E68375}"/>
              </a:ext>
            </a:extLst>
          </p:cNvPr>
          <p:cNvSpPr txBox="1"/>
          <p:nvPr/>
        </p:nvSpPr>
        <p:spPr>
          <a:xfrm>
            <a:off x="547456" y="2885242"/>
            <a:ext cx="42469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Updated state </a:t>
            </a:r>
            <a:r>
              <a:rPr lang="en-US"/>
              <a:t>calculation</a:t>
            </a:r>
            <a:r>
              <a:rPr lang="en-US" dirty="0"/>
              <a:t> function</a:t>
            </a:r>
          </a:p>
        </p:txBody>
      </p:sp>
      <p:pic>
        <p:nvPicPr>
          <p:cNvPr id="8" name="Picture 7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69D6629C-0BFF-0C98-AD08-ACE8E363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64" y="3254346"/>
            <a:ext cx="4576552" cy="32422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88772C-96FB-65FF-0CBA-3C7C57F8511C}"/>
              </a:ext>
            </a:extLst>
          </p:cNvPr>
          <p:cNvSpPr txBox="1"/>
          <p:nvPr/>
        </p:nvSpPr>
        <p:spPr>
          <a:xfrm>
            <a:off x="5066098" y="2883737"/>
            <a:ext cx="527195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Picking the right kernel – it important to pick a starting state, such that the game evolves in an </a:t>
            </a:r>
            <a:r>
              <a:rPr lang="en-US"/>
              <a:t>interesting way. Here we can insert a "kernel" in </a:t>
            </a:r>
            <a:r>
              <a:rPr lang="en-US" dirty="0"/>
              <a:t>the middle of the matrix.</a:t>
            </a:r>
          </a:p>
        </p:txBody>
      </p:sp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AD26FAA-40DB-27DE-122F-2E9B49479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361" y="4080830"/>
            <a:ext cx="5271118" cy="120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8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10EF-450B-17EF-9B46-7ABE5874C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 dirty="0" err="1"/>
              <a:t>Mazectric</a:t>
            </a:r>
            <a:r>
              <a:rPr lang="en-US" dirty="0"/>
              <a:t> (1234/3)</a:t>
            </a:r>
            <a:br>
              <a:rPr lang="en-US" dirty="0"/>
            </a:b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8C04EE-9A08-748E-03F2-DBAB4DE17A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241736" y="-4720"/>
            <a:ext cx="6847209" cy="685395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EE0E9-2B64-9835-73B4-65E13DB6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85FE9EF-D906-490D-ACE8-AEBCEA017184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B9CC6-7AEC-C326-88F2-8D2B2076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E0EF4-3EE7-20E5-8ACD-CCF398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58EA85D-C9F2-D0BE-40BF-5D2A0081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96" y="2555439"/>
            <a:ext cx="3739110" cy="173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9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FDA0-B6A9-34BE-5DB3-8BC29F08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/>
              <a:t>Flakes (012345678/3)</a:t>
            </a:r>
          </a:p>
        </p:txBody>
      </p:sp>
      <p:pic>
        <p:nvPicPr>
          <p:cNvPr id="7" name="Content Placeholder 6" descr="A white dots on a black background&#10;&#10;AI-generated content may be incorrect.">
            <a:extLst>
              <a:ext uri="{FF2B5EF4-FFF2-40B4-BE49-F238E27FC236}">
                <a16:creationId xmlns:a16="http://schemas.microsoft.com/office/drawing/2014/main" id="{BFD87EDF-34A0-6209-5239-39BF600971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342887" y="2023"/>
            <a:ext cx="6847209" cy="685395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82198-37C3-FEB6-6E4F-D3AF6155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3502F8F-6CCD-4DB6-A4C4-D60F2F11B264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26846-8A3B-73C6-71EB-9292A072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E1ADC-97D2-6BBF-0216-F161EFC6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EE4C813-C642-9DF4-986C-4E4089D4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14" y="2284440"/>
            <a:ext cx="4202717" cy="5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0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F903-AA6F-2F70-05F9-292AC702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Servites (/234)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5F863-3C1C-2F82-372A-EDE08F747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94" y="2306781"/>
            <a:ext cx="2431154" cy="46478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My personal </a:t>
            </a:r>
            <a:r>
              <a:rPr lang="en-US"/>
              <a:t>favorite. 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07104-D146-CC24-F619-DA69306C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CDAE-7855-4DE8-997C-9B462C123726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BED30-6CB7-A382-43B9-AC5513C7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02404-E973-26F9-C2C3-D67EFBFC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BF4472-A6B0-C9E4-1B69-286C45B58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24" y="2775569"/>
            <a:ext cx="3842115" cy="470686"/>
          </a:xfrm>
          <a:prstGeom prst="rect">
            <a:avLst/>
          </a:prstGeom>
        </p:spPr>
      </p:pic>
      <p:pic>
        <p:nvPicPr>
          <p:cNvPr id="11" name="Servites">
            <a:hlinkClick r:id="" action="ppaction://media"/>
            <a:extLst>
              <a:ext uri="{FF2B5EF4-FFF2-40B4-BE49-F238E27FC236}">
                <a16:creationId xmlns:a16="http://schemas.microsoft.com/office/drawing/2014/main" id="{01C6CDEA-B649-CD04-A0AA-FB415F6E7B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83693" y="-2219"/>
            <a:ext cx="6906827" cy="68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7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64B4-5470-C5BF-3E33-B2D45A80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>
            <a:normAutofit/>
          </a:bodyPr>
          <a:lstStyle/>
          <a:p>
            <a:r>
              <a:rPr lang="en-US" dirty="0"/>
              <a:t>Walled </a:t>
            </a:r>
            <a:r>
              <a:rPr lang="en-US"/>
              <a:t>cities (2345/45678)</a:t>
            </a:r>
            <a:endParaRPr lang="en-US" dirty="0"/>
          </a:p>
        </p:txBody>
      </p:sp>
      <p:pic>
        <p:nvPicPr>
          <p:cNvPr id="7" name="Content Placeholder 6" descr="A white square with black background&#10;&#10;AI-generated content may be incorrect.">
            <a:extLst>
              <a:ext uri="{FF2B5EF4-FFF2-40B4-BE49-F238E27FC236}">
                <a16:creationId xmlns:a16="http://schemas.microsoft.com/office/drawing/2014/main" id="{B894B96C-5E99-4C52-1F2E-7D6D3B61F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2676" y="7885"/>
            <a:ext cx="6827860" cy="684809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8A89-0F89-BCB6-111E-148D2607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0DA0AB9-21DE-4C8F-B20E-2577FCD4AC59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AA6F-79D8-8D3B-77C9-30C00CE2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713CC-D468-7DF7-025F-D07FAF37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63A2242-42D7-1142-0491-1EFD805A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14" y="1971085"/>
            <a:ext cx="49720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5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9FAC-144A-7466-E769-CADC8078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OCA: H-Trees</a:t>
            </a:r>
            <a:br>
              <a:rPr lang="en-US" dirty="0"/>
            </a:br>
            <a:r>
              <a:rPr lang="en-US" b="0"/>
              <a:t>(</a:t>
            </a:r>
            <a:r>
              <a:rPr lang="en-US" b="0">
                <a:ea typeface="+mj-lt"/>
                <a:cs typeface="+mj-lt"/>
              </a:rPr>
              <a:t>B1/S012345678)</a:t>
            </a:r>
          </a:p>
        </p:txBody>
      </p:sp>
      <p:pic>
        <p:nvPicPr>
          <p:cNvPr id="7" name="Content Placeholder 6" descr="A white dot in the sky&#10;&#10;AI-generated content may be incorrect.">
            <a:extLst>
              <a:ext uri="{FF2B5EF4-FFF2-40B4-BE49-F238E27FC236}">
                <a16:creationId xmlns:a16="http://schemas.microsoft.com/office/drawing/2014/main" id="{5F7D372D-63DA-9FAE-D499-D664E6DD0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9522" y="2952"/>
            <a:ext cx="6899893" cy="685268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CD082-6BAB-3177-0F95-CF160941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D7E8E-51C6-4A56-83B4-01DD3CD72B8E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2CE9D-EED4-7ADE-51EA-417F400F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E65A4-3655-3044-B7D5-F5154B10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11</a:t>
            </a:fld>
            <a:endParaRPr lang="en-US" dirty="0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B6B9424-B1FC-CA1A-F701-34E7765B1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92" y="2059844"/>
            <a:ext cx="46863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7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F0DB-BEAE-D54C-4954-310D2801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/>
              <a:t>What about lifeforms under different rulesets?</a:t>
            </a:r>
            <a:br>
              <a:rPr lang="en-US" sz="3200" dirty="0"/>
            </a:br>
            <a:r>
              <a:rPr lang="en-US" sz="3200" b="0" dirty="0">
                <a:ea typeface="+mj-lt"/>
                <a:cs typeface="+mj-lt"/>
              </a:rPr>
              <a:t>OCA:B01245/S01245 - </a:t>
            </a:r>
            <a:r>
              <a:rPr lang="en-US" sz="3200" b="0">
                <a:ea typeface="+mj-lt"/>
                <a:cs typeface="+mj-lt"/>
              </a:rPr>
              <a:t>self-made</a:t>
            </a:r>
            <a:r>
              <a:rPr lang="en-US" sz="3200" b="0" dirty="0">
                <a:ea typeface="+mj-lt"/>
                <a:cs typeface="+mj-lt"/>
              </a:rPr>
              <a:t>, replicators </a:t>
            </a:r>
            <a:br>
              <a:rPr lang="en-US" sz="3200" b="0" dirty="0">
                <a:ea typeface="+mj-lt"/>
                <a:cs typeface="+mj-lt"/>
              </a:rPr>
            </a:br>
            <a:r>
              <a:rPr lang="en-US" sz="1600" b="0">
                <a:ea typeface="+mj-lt"/>
                <a:cs typeface="+mj-lt"/>
              </a:rPr>
              <a:t>(pictured </a:t>
            </a:r>
            <a:r>
              <a:rPr lang="en-US" sz="1600" b="0" dirty="0">
                <a:ea typeface="+mj-lt"/>
                <a:cs typeface="+mj-lt"/>
              </a:rPr>
              <a:t>every 2 frames)</a:t>
            </a:r>
            <a:endParaRPr lang="en-US" sz="1600" dirty="0"/>
          </a:p>
          <a:p>
            <a:endParaRPr lang="en-US" sz="3200" dirty="0"/>
          </a:p>
        </p:txBody>
      </p:sp>
      <p:pic>
        <p:nvPicPr>
          <p:cNvPr id="7" name="Content Placeholder 6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CAF0A63D-2BA9-8A6B-2751-E2D69E3FE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097" y="1574156"/>
            <a:ext cx="5058954" cy="50252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3264-BC70-79AC-301F-DB5ADCDA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091-E8BE-4D9E-9909-363DC695DDB4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9247-0F7A-5C5B-2D29-103508FB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B1A9-0CF2-9241-C2C7-C3D7B2F5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12</a:t>
            </a:fld>
            <a:endParaRPr lang="en-US" dirty="0"/>
          </a:p>
        </p:txBody>
      </p:sp>
      <p:pic>
        <p:nvPicPr>
          <p:cNvPr id="8" name="Picture 7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3318100D-ACC4-0E67-2532-303618D0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947" y="1577230"/>
            <a:ext cx="5052211" cy="503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95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282C-68AD-2E17-A952-49266966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 sz="3000" b="0" dirty="0" err="1"/>
              <a:t>OCA:Wickstretcher</a:t>
            </a:r>
            <a:r>
              <a:rPr lang="en-US" sz="3000" b="0" dirty="0"/>
              <a:t> And The Parasites</a:t>
            </a:r>
            <a:endParaRPr lang="en-US" sz="3000" dirty="0"/>
          </a:p>
          <a:p>
            <a:r>
              <a:rPr lang="en-US" sz="3000" b="0"/>
              <a:t>(B01356/S012345) - Breeder</a:t>
            </a:r>
            <a:endParaRPr lang="en-US" sz="30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8F4502-1C0F-5DEF-2BFA-E40684B3F19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417063" y="103173"/>
            <a:ext cx="6685368" cy="668536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2AFB3-8D5B-25B8-180F-DCB593AE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55AF92F-84A8-49E8-B53D-7EE44E2B1325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1EBCA-C59D-BCD7-051D-97ED092A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626F0-3EF0-8088-730A-61AE599B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4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ECE3-3EFD-F7C3-B1BA-46044149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task: Repeat all previous task with periodic boundary conditions.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CF1B1-C2E4-5C3A-F24A-33F50221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94" y="2306781"/>
            <a:ext cx="3462889" cy="38701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We can do that in 2 steps:</a:t>
            </a:r>
          </a:p>
          <a:p>
            <a:pPr marL="342900" indent="-342900">
              <a:buAutoNum type="arabicPeriod"/>
            </a:pPr>
            <a:r>
              <a:rPr lang="en-US"/>
              <a:t>Change the PCB flag to True (before all function definitions)</a:t>
            </a:r>
          </a:p>
          <a:p>
            <a:pPr marL="342900" indent="-342900">
              <a:buAutoNum type="arabicPeriod"/>
            </a:pPr>
            <a:r>
              <a:rPr lang="en-US" dirty="0"/>
              <a:t>Press the "Run All" </a:t>
            </a:r>
            <a:r>
              <a:rPr lang="en-US"/>
              <a:t>button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1252C-0A71-0AE3-7877-F241A6CA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DD16-1229-4FA7-BEEE-7443E22B7620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850AF-2B6B-B981-C1CE-0A0BD986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02D29-6F7A-7D68-9C21-A91FA3A0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14</a:t>
            </a:fld>
            <a:endParaRPr lang="en-US" dirty="0"/>
          </a:p>
        </p:txBody>
      </p:sp>
      <p:pic>
        <p:nvPicPr>
          <p:cNvPr id="7" name="Picture 6" descr="A black screen with blue text&#10;&#10;AI-generated content may be incorrect.">
            <a:extLst>
              <a:ext uri="{FF2B5EF4-FFF2-40B4-BE49-F238E27FC236}">
                <a16:creationId xmlns:a16="http://schemas.microsoft.com/office/drawing/2014/main" id="{FB3A6B89-8D64-1980-7705-5957852A7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104" y="2053901"/>
            <a:ext cx="3521046" cy="1226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6E2B0-1984-69F8-7E37-F93BC3DCF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11" y="3845402"/>
            <a:ext cx="1058708" cy="52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23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C3E6-8595-17FA-AAE8-B44D721C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C7481-EF0E-7E48-C08D-FD3B4918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b="1"/>
              <a:t>Task 1: Random life forms</a:t>
            </a:r>
            <a:r>
              <a:rPr lang="en-US" sz="3100"/>
              <a:t>, with PBC</a:t>
            </a:r>
          </a:p>
          <a:p>
            <a:r>
              <a:rPr lang="en-US" sz="3100" b="1"/>
              <a:t>Run a simulation, starting from a random state (256x512). Iterate it to a steady state.</a:t>
            </a:r>
          </a:p>
          <a:p>
            <a:endParaRPr lang="en-US" sz="3100" b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FBC8B-D55D-C134-2DBD-257BBA18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BD2D6EB-D314-4A73-B81C-33E05F46FD29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22F1D-4A65-6FEF-E084-31DDFAC7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C3A3F-D83D-4249-1FC1-35AA6D63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32FACF-6667-8B64-CC07-6BA0B9E21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72" y="1600537"/>
            <a:ext cx="10267445" cy="50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73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DCC6-3E1C-DF5C-7DD3-94D77A63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FCD65-E30D-1D7C-17F4-6645AA24A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305475"/>
            <a:ext cx="9156289" cy="1405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/>
              <a:t>Task 2: Lifeforms</a:t>
            </a:r>
          </a:p>
          <a:p>
            <a:pPr>
              <a:lnSpc>
                <a:spcPct val="100000"/>
              </a:lnSpc>
            </a:pPr>
            <a:r>
              <a:rPr lang="en-US"/>
              <a:t>Run the simulation with specific, discovered/designed lifeforms.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1B6BF-0199-BB45-2B8C-03088ADA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A31E5-0BDA-4A25-8A52-45CDCC608468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411EA-AE77-FFC2-E494-188D129D4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CE3E-8D22-4467-1882-02644055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C848C-AA6D-D2F5-DFC6-D7CD6DDBD588}"/>
              </a:ext>
            </a:extLst>
          </p:cNvPr>
          <p:cNvSpPr txBox="1"/>
          <p:nvPr/>
        </p:nvSpPr>
        <p:spPr>
          <a:xfrm>
            <a:off x="3938451" y="2631155"/>
            <a:ext cx="35793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It doesn't make much sense to run this task in PBC mode</a:t>
            </a:r>
          </a:p>
        </p:txBody>
      </p:sp>
    </p:spTree>
    <p:extLst>
      <p:ext uri="{BB962C8B-B14F-4D97-AF65-F5344CB8AC3E}">
        <p14:creationId xmlns:p14="http://schemas.microsoft.com/office/powerpoint/2010/main" val="250385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DD9B-2615-83F5-FDC8-A1237482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C373-1B56-845A-6396-A8197D9F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 dirty="0" err="1"/>
              <a:t>Mazectric</a:t>
            </a:r>
            <a:r>
              <a:rPr lang="en-US" dirty="0"/>
              <a:t> (1234/3)</a:t>
            </a:r>
            <a:br>
              <a:rPr lang="en-US" dirty="0"/>
            </a:b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18305-7A76-80B9-A525-CEAEE19B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85FE9EF-D906-490D-ACE8-AEBCEA017184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AAD78-0E74-0E5D-46BB-2D2461F4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B42A8-78C9-26C4-F12F-596286F2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270B318-7C4D-2322-BDDF-885032BBC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96" y="2555439"/>
            <a:ext cx="3739110" cy="1733634"/>
          </a:xfrm>
          <a:prstGeom prst="rect">
            <a:avLst/>
          </a:prstGeom>
        </p:spPr>
      </p:pic>
      <p:pic>
        <p:nvPicPr>
          <p:cNvPr id="13" name="Servites_PBC">
            <a:hlinkClick r:id="" action="ppaction://media"/>
            <a:extLst>
              <a:ext uri="{FF2B5EF4-FFF2-40B4-BE49-F238E27FC236}">
                <a16:creationId xmlns:a16="http://schemas.microsoft.com/office/drawing/2014/main" id="{3C617BF2-5AD0-447A-9714-A32326EBE6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46451" y="138344"/>
            <a:ext cx="6573914" cy="65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9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CCC6-3467-F917-64ED-8015A72C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AA1E-C7A0-78DC-24D3-01BD5038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/>
              <a:t>What about lifeforms under different rulesets?</a:t>
            </a:r>
            <a:br>
              <a:rPr lang="en-US" sz="3200" dirty="0"/>
            </a:br>
            <a:r>
              <a:rPr lang="en-US" sz="3200" b="0" dirty="0">
                <a:ea typeface="+mj-lt"/>
                <a:cs typeface="+mj-lt"/>
              </a:rPr>
              <a:t>OCA:B01245/S01245 - </a:t>
            </a:r>
            <a:r>
              <a:rPr lang="en-US" sz="3200" b="0">
                <a:ea typeface="+mj-lt"/>
                <a:cs typeface="+mj-lt"/>
              </a:rPr>
              <a:t>self-made</a:t>
            </a:r>
            <a:r>
              <a:rPr lang="en-US" sz="3200" b="0" dirty="0">
                <a:ea typeface="+mj-lt"/>
                <a:cs typeface="+mj-lt"/>
              </a:rPr>
              <a:t>, replicators </a:t>
            </a:r>
            <a:br>
              <a:rPr lang="en-US" sz="3200" b="0" dirty="0">
                <a:ea typeface="+mj-lt"/>
                <a:cs typeface="+mj-lt"/>
              </a:rPr>
            </a:br>
            <a:r>
              <a:rPr lang="en-US" sz="1600" b="0">
                <a:ea typeface="+mj-lt"/>
                <a:cs typeface="+mj-lt"/>
              </a:rPr>
              <a:t>(pictured </a:t>
            </a:r>
            <a:r>
              <a:rPr lang="en-US" sz="1600" b="0" dirty="0">
                <a:ea typeface="+mj-lt"/>
                <a:cs typeface="+mj-lt"/>
              </a:rPr>
              <a:t>every 2 frames)</a:t>
            </a:r>
            <a:endParaRPr lang="en-US" sz="1600" dirty="0"/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3A53-DB93-A513-CDFB-E69EE44F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091-E8BE-4D9E-9909-363DC695DDB4}" type="datetime1"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C02F2-F895-FD19-4289-00A13174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6E5C5-EC54-C0C3-F69C-9EAE0057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18</a:t>
            </a:fld>
            <a:endParaRPr lang="en-US" dirty="0"/>
          </a:p>
        </p:txBody>
      </p:sp>
      <p:pic>
        <p:nvPicPr>
          <p:cNvPr id="10" name="Picture 9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A6795479-A218-FDD5-1DD2-A1B1A670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35" y="1612454"/>
            <a:ext cx="5023928" cy="4994336"/>
          </a:xfrm>
          <a:prstGeom prst="rect">
            <a:avLst/>
          </a:prstGeom>
        </p:spPr>
      </p:pic>
      <p:pic>
        <p:nvPicPr>
          <p:cNvPr id="11" name="Picture 10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82501373-B167-19E4-AE7D-A9F7AF834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375" y="1612454"/>
            <a:ext cx="5023929" cy="499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36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F063-0A85-2F07-721A-8D60AFF59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5E65-D9A8-C0C5-23E3-7BAEF236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>
            <a:normAutofit/>
          </a:bodyPr>
          <a:lstStyle/>
          <a:p>
            <a:r>
              <a:rPr lang="en-US" sz="3000" b="0" dirty="0" err="1"/>
              <a:t>OCA:Wickstretcher</a:t>
            </a:r>
            <a:r>
              <a:rPr lang="en-US" sz="3000" b="0" dirty="0"/>
              <a:t> And The Parasites</a:t>
            </a:r>
            <a:endParaRPr lang="en-US" sz="3000" dirty="0"/>
          </a:p>
          <a:p>
            <a:r>
              <a:rPr lang="en-US" sz="3000" b="0"/>
              <a:t>(B01356/S012345) - Breeder</a:t>
            </a:r>
            <a:endParaRPr lang="en-US" sz="3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8BEB-31FC-9AD2-1B87-6DBC343F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55AF92F-84A8-49E8-B53D-7EE44E2B1325}" type="datetime1">
              <a:pPr>
                <a:spcAft>
                  <a:spcPts val="600"/>
                </a:spcAft>
              </a:pPr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4540E-2539-7D55-2A31-EDF9D71C9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195F5-1A6E-4905-C52F-46FC9CA8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7E5BF8-F6C5-1CDA-978A-6D101D46A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356" y="118046"/>
            <a:ext cx="6577521" cy="662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43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E0F5-5F27-3312-E834-342F4ED2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8899160" cy="3547534"/>
          </a:xfrm>
        </p:spPr>
        <p:txBody>
          <a:bodyPr/>
          <a:lstStyle/>
          <a:p>
            <a:r>
              <a:rPr lang="en-US"/>
              <a:t>Thank you for your attention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E017D-9B65-ACF1-120F-FC183F55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97B5-FF61-465E-9302-B520A34D247E}" type="datetime1"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94260-E4D9-6FDE-B6EA-E63A35D6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3AD55-E3D3-5E5D-D382-9BF2E047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56601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DylanVTI</vt:lpstr>
      <vt:lpstr>Conway's Game of life</vt:lpstr>
      <vt:lpstr>Quick Introduction to Conway's Game of life</vt:lpstr>
      <vt:lpstr>Implementation</vt:lpstr>
      <vt:lpstr>Task 1: Random life forms Run a simulation, starting from a random state (256x512). Iterate it to a steady state. </vt:lpstr>
      <vt:lpstr>PowerPoint Presentation</vt:lpstr>
      <vt:lpstr>PowerPoint Presentation</vt:lpstr>
      <vt:lpstr>Mazectric (1234/3) </vt:lpstr>
      <vt:lpstr>Flakes (012345678/3)</vt:lpstr>
      <vt:lpstr>Servites (/234)</vt:lpstr>
      <vt:lpstr>Walled cities (2345/45678)</vt:lpstr>
      <vt:lpstr>OCA: H-Trees (B1/S012345678)</vt:lpstr>
      <vt:lpstr>What about lifeforms under different rulesets? OCA:B01245/S01245 - self-made, replicators  (pictured every 2 frames) </vt:lpstr>
      <vt:lpstr>OCA:Wickstretcher And The Parasites (B01356/S012345) - Breeder</vt:lpstr>
      <vt:lpstr>Extra task: Repeat all previous task with periodic boundary conditions.</vt:lpstr>
      <vt:lpstr>Task 1: Random life forms, with PBC Run a simulation, starting from a random state (256x512). Iterate it to a steady state. </vt:lpstr>
      <vt:lpstr>PowerPoint Presentation</vt:lpstr>
      <vt:lpstr>Mazectric (1234/3) </vt:lpstr>
      <vt:lpstr>What about lifeforms under different rulesets? OCA:B01245/S01245 - self-made, replicators  (pictured every 2 frames) </vt:lpstr>
      <vt:lpstr>OCA:Wickstretcher And The Parasites (B01356/S012345) - Breeder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490</cp:revision>
  <dcterms:created xsi:type="dcterms:W3CDTF">2026-03-13T07:38:38Z</dcterms:created>
  <dcterms:modified xsi:type="dcterms:W3CDTF">2026-03-13T11:55:07Z</dcterms:modified>
</cp:coreProperties>
</file>